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9" name="Oval 8"/>
          <p:cNvSpPr/>
          <p:nvPr/>
        </p:nvSpPr>
        <p:spPr>
          <a:xfrm>
            <a:off x="6400000" y="800000"/>
            <a:ext cx="3200000" cy="32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0000" y="2500000"/>
            <a:ext cx="2200000" cy="220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0" y="300000"/>
            <a:ext cx="1000000" cy="10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30" name="Oval 29"/>
          <p:cNvSpPr/>
          <p:nvPr/>
        </p:nvSpPr>
        <p:spPr>
          <a:xfrm>
            <a:off x="5500000" y="500000"/>
            <a:ext cx="2500000" cy="2500000"/>
          </a:xfrm>
          <a:prstGeom prst="ellipse">
            <a:avLst/>
          </a:prstGeom>
          <a:solidFill>
            <a:srgbClr val="0078D4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00000" y="2000000"/>
            <a:ext cx="1800000" cy="1800000"/>
          </a:xfrm>
          <a:prstGeom prst="ellipse">
            <a:avLst/>
          </a:prstGeom>
          <a:solidFill>
            <a:srgbClr val="0078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0000" y="3200000"/>
            <a:ext cx="1200000" cy="1200000"/>
          </a:xfrm>
          <a:prstGeom prst="ellipse">
            <a:avLst/>
          </a:prstGeom>
          <a:solidFill>
            <a:srgbClr val="0078D4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trampas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Trampas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50000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21000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trampas,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5000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trampa.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trampas,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201168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43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34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29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120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0" y="11887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0" y="1188720"/>
            <a:ext cx="201168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06640" y="1325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metricas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Orquestacion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metricas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automaticamente 41 hiperparametros y 4 metricas de validacion (val_auc_roc=0.6913, val_f1=0.6376). Cada run queda versionado para comparacion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Metricas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metricas al Pushgateway tras cada ejecucion.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automaticas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trampas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Tomas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